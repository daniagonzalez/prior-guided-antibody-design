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notebook multimodal, ahora renumerado como notebook ocho. Es una extension aparte del hilo de RL: en vez de un reward escalar hecho a mano, entreno una cabeza de reward que aprende a fusionar dos modalidades para predecir binding. Las dos modalidades: la representacion de secuencia, que es el embedding de ESM de trescientos veinte dimensiones, y la representacion de estructura, que son las cinco features de TAP -las que calculamos en el notebook tres. La fusion es tardia: concateno los dos vectores en uno de trescientos veinticinco y encima entreno una regresion logistica. Valido con cinco-fold cross-validation por cinco semillas. El resultado es un negativo honesto. Solo-secuencia da AUC cero coma setenta y siete; solo-estructura da cero coma cincuenta y tres, practicamente azar; y la fusion da cero coma setenta y cinco -es decir, agregar estructura no mejora nada sobre secuencia sola. El panel derecho lo confirma: ninguna feature individual de TAP predice binding por encima de cero coma cincuenta y siete. Por que este negativo tiene sentido biologico: TAP mide developability -la geometria de la superficie, parches hidrofobicos, carga- no la afinidad. Son cosas ortogonales. La estructura que aprendemos no es la senal de contacto con el antigeno que determina el binding. Y estrategicamente, reportar un nulo limpio es una fortaleza, no una debilidad: muestra que el pipeline puede medir cuando una modalidad NO ayuda, en vez de inflar un resultado. La distincion clave con el notebook siete: aquel fusiona objetivos en la optimizacion -Pareto-; este fusiona representaciones en el juez -el clasificador. Multi-objetivo versus multimodal.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Multimodal reward — does structure add to sequence?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Palatino Linotype"/>
              </a:rPr>
              <a:t>A learned reward head fusing ESM2 sequence embedding (320-d) + TAP structure features (5-d) to predict HER2 binding. Tests whether structure carries signal beyond sequence. An honest negative result.</a:t>
            </a:r>
          </a:p>
        </p:txBody>
      </p:sp>
      <p:pic>
        <p:nvPicPr>
          <p:cNvPr id="5" name="Picture 4" descr="nb08_mod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589520" cy="25635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554480"/>
            <a:ext cx="34290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66AC"/>
                </a:solidFill>
                <a:latin typeface="Palatino Linotype"/>
              </a:rPr>
              <a:t>Sequence carries it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seq-only AUC 0.77; fusion 0.75 — no gain from adding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2697480"/>
            <a:ext cx="34290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B2182B"/>
                </a:solidFill>
                <a:latin typeface="Palatino Linotype"/>
              </a:rPr>
              <a:t>Structure ≈ chance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struct-only AUC 0.53; no single TAP feature beats 0.57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40480"/>
            <a:ext cx="342900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A1A1A"/>
                </a:solidFill>
                <a:latin typeface="Palatino Linotype"/>
              </a:rPr>
              <a:t>Why the negative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TAP measures developability, not affinity → orthogonal to binding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Structure here = developability geometry (TAP), which is not the antigen-contact signal that drives affinity.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498348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Late fusion: concat ESM 320-d + TAP 5-d → 325-d LogReg. 5-fold CV × 5 seeds; per-feature univariate AUC.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98348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Reporting a clean null is a strength: it shows the pipeline can measure when a modality does NOT help.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/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seq: np.ndarray [n×320] · struct: np.ndarray [n×5] · fusion: concat [n×325] · labels: int {0,1}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AUC: float ± std over 5 folds × 5 seeds · this is FUSION OF REPRESENTATIONS (vs nb07 fusion of objectives)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