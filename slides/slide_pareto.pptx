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pieza que cierra el hilo de RL: el analisis multi-objetivo. En los notebooks anteriores optimice un eje a la vez -developability quedo plano porque estaba saturado, binding subio porque tenia margen. Aca miro los cuatro objetivos juntos: binding, humanness, liability y physchem, puntuados sobre las mismas ciento veinte secuencias. La idea central es que cuatro objetivos no son una sola meta. Un buen binder puede ser un mal farmaco -agregacion, inmunogenicidad- y una secuencia perfecta en developability puede no unir nada. Primero verifico que haya tension: la correlacion entre binding y developability es cero coma cero siete, o sea son practicamente ortogonales. Eso justifica todo el tratamiento multi-objetivo -si estuvieran correlacionados, optimizar uno me daria el otro gratis. El panel izquierdo es el trade-off: los puntos grises son las ciento veinte secuencias, los rojos son el frente de Pareto -las seis que no estan dominadas por ninguna otra. La curva baja: para ganar developability hay que ceder binding. El mejor binder puntua cero coma noventa y uno pero con developability media; el mas developable llega a cero coma ochenta y seis pero une menos. El panel derecho, en coordenadas paralelas, muestra lo mismo sobre los cuatro ejes: las lineas se cruzan, ninguna secuencia gana en todo. Un detalle tecnico que suelen preguntar: la dominancia de Pareto es invariante a la escala de cada eje, asi que no necesito normalizar los objetivos para el frente. Solo importaria si los colapsara en una suma ponderada. El mensaje: no hay un unico ganador. El frente es un menu de disenos eficientes, y la prioridad del programa elige cual avanzar -uso el punto de rodilla como heuristica de balance. Y estrategicamente, esto conecta las dos corridas aisladas en una sola vista y me dice donde poner una restriccion si despues quisiera hacer RL escalarizado. El limite honesto: esto es post-hoc sobre un pool fijo, no re-optimizacion; y todo lo de binding es score predicho por un oraculo proxy, no afinidad medida. La afirmacion es sobre la estructura del trade-off, no sobre binders validados.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A1A1A"/>
                </a:solidFill>
                <a:latin typeface="Palatino Linotype"/>
              </a:rPr>
              <a:t>Multi-objective — the binding / developability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55555"/>
                </a:solidFill>
                <a:latin typeface="Palatino Linotype"/>
              </a:rPr>
              <a:t>Four objectives are not one goal. Score all 120 loops on binding + humanness + liability + physchem, and map the Pareto front — the set of designs where no objective improves without another getting worse.</a:t>
            </a:r>
          </a:p>
        </p:txBody>
      </p:sp>
      <p:pic>
        <p:nvPicPr>
          <p:cNvPr id="5" name="Picture 4" descr="nb07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589520" cy="28514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554480"/>
            <a:ext cx="34290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166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166AC"/>
                </a:solidFill>
                <a:latin typeface="Palatino Linotype"/>
              </a:rPr>
              <a:t>Objectives are orthogonal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corr(binding, developability) = 0.07 → real tension, not redundancy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2697480"/>
            <a:ext cx="34290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B2182B"/>
                </a:solidFill>
                <a:latin typeface="Palatino Linotype"/>
              </a:rPr>
              <a:t>6 / 120 on the front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best binder P=0.91 (dev 0.74) ↔ best dev 0.86 (binding 0.61)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840480"/>
            <a:ext cx="3429000" cy="100584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1A1A1A"/>
                </a:solidFill>
                <a:latin typeface="Palatino Linotype"/>
              </a:rPr>
              <a:t>No single winner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the front is a MENU of designs; priority picks one (knee heuristic)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83480"/>
            <a:ext cx="3657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Biology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60" b="0" i="0">
                <a:solidFill>
                  <a:srgbClr val="1A1A1A"/>
                </a:solidFill>
                <a:latin typeface="Palatino Linotype"/>
              </a:rPr>
              <a:t>A strong binder can be a poor drug and vice-versa; the front separates affinity from developability.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498348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Computation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60" b="0" i="0">
                <a:solidFill>
                  <a:srgbClr val="1A1A1A"/>
                </a:solidFill>
                <a:latin typeface="Palatino Linotype"/>
              </a:rPr>
              <a:t>Pareto dominance is scale-invariant per axis → no normalization needed. O(n²) mask over the 120.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4983480"/>
            <a:ext cx="374903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Strategy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60" b="0" i="0">
                <a:solidFill>
                  <a:srgbClr val="1A1A1A"/>
                </a:solidFill>
                <a:latin typeface="Palatino Linotype"/>
              </a:rPr>
              <a:t>Ties nb05 (flat) + nb06 (rising) together: the missing joint view. Front sets where to put a constraint.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63640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82880"/>
          <a:lstStyle/>
          <a:p>
            <a:pPr algn="ctr"/>
            <a:r>
              <a:rPr sz="850" b="1">
                <a:solidFill>
                  <a:srgbClr val="C8A25A"/>
                </a:solidFill>
                <a:latin typeface="Palatino Linotype"/>
              </a:rPr>
              <a:t>STRUCTURE  </a:t>
            </a:r>
            <a:r>
              <a:rPr sz="850">
                <a:solidFill>
                  <a:srgbClr val="E8E8E8"/>
                </a:solidFill>
                <a:latin typeface="Consolas"/>
              </a:rPr>
              <a:t>objectives: np.ndarray [120 × 4] · Pareto mask: bool[120] · front: index list (6 in 2D / 17 in 4D)</a:t>
            </a:r>
          </a:p>
          <a:p>
            <a:r>
              <a:rPr sz="850" b="1">
                <a:solidFill>
                  <a:srgbClr val="C8A25A"/>
                </a:solidFill>
                <a:latin typeface="Palatino Linotype"/>
              </a:rPr>
              <a:t>TYPE  </a:t>
            </a:r>
            <a:r>
              <a:rPr sz="850">
                <a:solidFill>
                  <a:srgbClr val="E8E8E8"/>
                </a:solidFill>
                <a:latin typeface="Consolas"/>
              </a:rPr>
              <a:t>each objective: float in [0,1] (maximized) · post-hoc on a fixed pool, not re-optimized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