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version del XAI que responde la limitacion del analisis sobre el wild-type. Aca hago la misma mutagenesis de saturacion pero con dos cambios importantes: uso el oraculo ESM -el mismo que usa el loop de RL, no el one-hot- y lo corro sobre las ciento veinte secuencias generadas, no solo el wild-type. Son veintiocho mil mutantes en total. El primer valor es que ahora el XAI explica el modelo correcto: el ESM es el que optimiza el loop, asi que este analisis si aplica a lo que el RL esta optimizando. El resultado: la sensibilidad esta bastante distribuida a lo largo del loop -entre siete y diez centesimas- sin una posicion unica que domine, a diferencia del wild-type donde la posicion ocho mandaba. Hay un sesgo suave hacia el extremo C-terminal: el ultimo tercio es levemente mas sensible que el primero, cero coma cero ochenta y ocho contra cero coma cero setenta y dos. Como alineo secuencias de distinto largo -van de ocho a dieciocho residuos- uso posicion relativa, de cero a uno, y la banda es la dispersion sobre las ciento veinte. Biologicamente tiene sentido: en loops mas largos y variables el binding se reparte sobre el paratopo en vez de concentrarse en un unico hotspot. Y estrategicamente, esto generaliza el resultado del wild-type: la senal del oraculo no es un artefacto de una sola secuencia, se sostiene sobre todo el pool.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Palatino Linotype"/>
              </a:rPr>
              <a:t>XAI on the loop oracle — sensitivity across 120 generated loops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621792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555555"/>
                </a:solidFill>
                <a:latin typeface="Palatino Linotype"/>
              </a:rPr>
              <a:t>Same saturation mutagenesis, now on the ESM2 oracle (the one the RL loop uses) over all 120 generated loops — 28,272 single mutants. Tests whether the signal generalizes beyond the WT.</a:t>
            </a:r>
          </a:p>
        </p:txBody>
      </p:sp>
      <p:pic>
        <p:nvPicPr>
          <p:cNvPr id="5" name="Picture 4" descr="nb06_xai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589520" cy="26461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554480"/>
            <a:ext cx="34290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9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A9850"/>
                </a:solidFill>
                <a:latin typeface="Palatino Linotype"/>
              </a:rPr>
              <a:t>Explains the RIGHT model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A1A1A"/>
                </a:solidFill>
                <a:latin typeface="Palatino Linotype"/>
              </a:rPr>
              <a:t>ESM2 oracle = the one used in the loop → this XAI applies to what RL optimizes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2697480"/>
            <a:ext cx="34290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66AC"/>
                </a:solidFill>
                <a:latin typeface="Palatino Linotype"/>
              </a:rPr>
              <a:t>Signal is distributed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A1A1A"/>
                </a:solidFill>
                <a:latin typeface="Palatino Linotype"/>
              </a:rPr>
              <a:t>no single dominant position; sensitivity fairly even across the loop (0.07-0.10)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840480"/>
            <a:ext cx="3429000" cy="105156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A1A1A"/>
                </a:solidFill>
                <a:latin typeface="Palatino Linotype"/>
              </a:rPr>
              <a:t>Mild C-terminal bias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A1A1A"/>
                </a:solidFill>
                <a:latin typeface="Palatino Linotype"/>
              </a:rPr>
              <a:t>C-term third slightly more sensitive (0.088 vs 0.072 N-term)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83480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Biology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60" b="0" i="0">
                <a:solidFill>
                  <a:srgbClr val="1A1A1A"/>
                </a:solidFill>
                <a:latin typeface="Palatino Linotype"/>
              </a:rPr>
              <a:t>Distributed sensitivity fits a longer, variable loop: binding is spread over the paratope, not one hotspot.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4983480"/>
            <a:ext cx="37490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Computation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60" b="0" i="0">
                <a:solidFill>
                  <a:srgbClr val="1A1A1A"/>
                </a:solidFill>
                <a:latin typeface="Palatino Linotype"/>
              </a:rPr>
              <a:t>28,272 ESM2 forward passes; align by RELATIVE position (loops differ in length 8-18), band = spread over 120.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4983480"/>
            <a:ext cx="37490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Strategy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60" b="0" i="0">
                <a:solidFill>
                  <a:srgbClr val="1A1A1A"/>
                </a:solidFill>
                <a:latin typeface="Palatino Linotype"/>
              </a:rPr>
              <a:t>Generalizes the WT result: the oracle's signal is not a single-sequence artifact — it holds across the pool.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82880"/>
          <a:lstStyle/>
          <a:p>
            <a:pPr algn="ctr"/>
            <a:r>
              <a:rPr sz="850" b="1">
                <a:solidFill>
                  <a:srgbClr val="C8A25A"/>
                </a:solidFill>
                <a:latin typeface="Palatino Linotype"/>
              </a:rPr>
              <a:t>STRUCTURE  </a:t>
            </a:r>
            <a:r>
              <a:rPr sz="850">
                <a:solidFill>
                  <a:srgbClr val="E8E8E8"/>
                </a:solidFill>
                <a:latin typeface="Consolas"/>
              </a:rPr>
              <a:t>sensitivity per (seq,pos) → binned by relative position [10 bins] · 120 loops × var length (8-18)</a:t>
            </a:r>
          </a:p>
          <a:p>
            <a:r>
              <a:rPr sz="850" b="1">
                <a:solidFill>
                  <a:srgbClr val="C8A25A"/>
                </a:solidFill>
                <a:latin typeface="Palatino Linotype"/>
              </a:rPr>
              <a:t>TYPE  </a:t>
            </a:r>
            <a:r>
              <a:rPr sz="850">
                <a:solidFill>
                  <a:srgbClr val="E8E8E8"/>
                </a:solidFill>
                <a:latin typeface="Consolas"/>
              </a:rPr>
              <a:t>sensitivity: float = ⟨|ΔP(binder)|⟩ over 19 substitutions · ESM2 P(binder) in [0,1]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