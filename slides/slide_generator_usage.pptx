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A1A1A"/>
                </a:solidFill>
                <a:latin typeface="Palatino Linotype"/>
              </a:rPr>
              <a:t>The generator: one pre-trained model, used two 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55555"/>
                </a:solidFill>
                <a:latin typeface="Palatino Linotype"/>
              </a:rPr>
              <a:t>IgLM is a pre-trained antibody language model. We never train it from scratch — we load it and use it. Its weights are only ever modified inside the RL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00200"/>
            <a:ext cx="3200400" cy="960120"/>
          </a:xfrm>
          <a:prstGeom prst="roundRect">
            <a:avLst/>
          </a:prstGeom>
          <a:solidFill>
            <a:srgbClr val="1A1A1A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alatino Linotype"/>
              </a:rPr>
              <a:t>IgLM (pre-trained)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antibody LM · ~12.9M params · generates CDRH3 by infill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578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555"/>
                </a:solidFill>
                <a:latin typeface="Palatino Linotype"/>
              </a:rPr>
              <a:t>loaded, not trained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017520" y="2560320"/>
            <a:ext cx="1920240" cy="640080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223760" y="2560320"/>
            <a:ext cx="1920240" cy="640080"/>
          </a:xfrm>
          <a:prstGeom prst="line">
            <a:avLst/>
          </a:prstGeom>
          <a:ln w="20320">
            <a:solidFill>
              <a:srgbClr val="2166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3200400"/>
            <a:ext cx="4937760" cy="86868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A1A1A"/>
                </a:solidFill>
                <a:latin typeface="Palatino Linotype"/>
              </a:rPr>
              <a:t>USE 1 — frozen producer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generates a fixed pool of loops; weights untouched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4069080"/>
            <a:ext cx="0" cy="274320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4343400"/>
            <a:ext cx="493776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A1A1A"/>
                </a:solidFill>
                <a:latin typeface="Palatino Linotype"/>
              </a:rPr>
              <a:t>→ oracles score the pool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nb02 sequence · nb03 structure (TAP) · nb07 multimodal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66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555555"/>
                </a:solidFill>
                <a:latin typeface="Palatino Linotype"/>
              </a:rPr>
              <a:t>Most notebooks: IgLM is just a source of sequences.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200400"/>
            <a:ext cx="49377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166AC"/>
                </a:solidFill>
                <a:latin typeface="Palatino Linotype"/>
              </a:rPr>
              <a:t>USE 2 — trainable agent (RL)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a COPY of IgLM whose weights ARE updated step by step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0" y="4069080"/>
            <a:ext cx="0" cy="274320"/>
          </a:xfrm>
          <a:prstGeom prst="line">
            <a:avLst/>
          </a:prstGeom>
          <a:ln w="20320">
            <a:solidFill>
              <a:srgbClr val="2166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66560" y="4343400"/>
            <a:ext cx="493776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2166AC"/>
                </a:solidFill>
                <a:latin typeface="Palatino Linotype"/>
              </a:rPr>
              <a:t>→ agent optimized toward reward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nb05 developability · nb06 binding (headline)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166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2166AC"/>
                </a:solidFill>
                <a:latin typeface="Palatino Linotype"/>
              </a:rPr>
              <a:t>Only here does the model change — the frozen IgLM stays as the prior.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943600"/>
            <a:ext cx="12191695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Palatino Linotype"/>
              </a:rPr>
              <a:t>Same pre-trained IgLM everywhere. Frozen when it only needs to produce sequences; a trainable copy (the agent) only inside RL.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