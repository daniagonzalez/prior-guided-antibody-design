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heme_tap_pipeline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96544"/>
            <a:ext cx="11338560" cy="66649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