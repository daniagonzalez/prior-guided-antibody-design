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generador me propone loops CDRH3, y cada uno se evalua con tres oraculos independientes: humanness, liability y propiedades fisicoquimicas. Para optimizarlos con RL necesito colapsar esos tres scores en una sola senal de reward, asi que uso una suma pesada -0.5, 0.3, 0.2- con pesos que suman uno para mantener el reward acotado en cero-uno. Los pesos no son arbitrarios: humanness pesa mas porque es donde hay mas margen de mejora y porque la inmunogenicidad es la falla mas costosa en un terapeutico. Ese reward escalar no lo optimizo solo: lo envuelvo en una augmented likelihood, que suma el log-prior de un modelo de lenguaje de anticuerpos mas sigma por el reward. Dos fuerzas: el prior es la correa que mantiene las secuencias realistas, el reward empuja hacia developability.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confiar en los pesos, verifique que hacen trabajo real y no son cosmeticos. Rankee el pool con cuatro esquemas de pesos distintos y medi cuanto cambiaban los mejores candidatos: con pesos extremos, un cuarto de los ganadores se reordena. O sea, la eleccion de pesos tiene consecuencias medibles -es una pequena ablacion. Para sigma hice un analisis de escala: sigma controla cuanto pesa el reward frente al prior. Si es muy chico, la diferencia entre un buen candidato y uno mediocre es invisible para el optimizador; si es muy grande, el reward aplasta al prior y aparece reward hacking. En sigma quince, la diferencia de reward entre bueno y mediocre queda comparable a la variacion natural del prior -el balance justo. Nota tecnica: el overlap lo calculo con interseccion de sets, no listas, porque solo importa que candidatos ganan, no su 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este reward alimenta un loop de optimizacion que corre horas, lo valide antes en casos cuya respuesta conozco. Los contratos de esquina: si los tres oraculos dan el maximo, el reward tiene que dar exactamente uno; si dan cero, cero -garantizado porque los pesos suman uno, y un assert lo atrapa gratis. Y verifique que el ranking sea interpretable: el mejor candidato alto en las tres dimensiones, el peor arrastrado por una. Nota tecnica: argmax y argmin devuelven un entero -la posicion-, no el valor, por eso despues indexo la secuencia con ese indice. Un resultado clave sale de aca: el pool ya arranca con reward promedio 0.78 -ya es developable. Esa saturacion es lo que despues explica por que la curva de optimizacion en developability se mantiene plana, y motiva mover el objetivo a binding, donde si hay margen. La idea transversal: nunca metas una funcion critica en un loop caro sin testearla en casos conocidos.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1A1A1A"/>
                </a:solidFill>
                <a:latin typeface="Palatino Linotype"/>
              </a:rPr>
              <a:t>The Reward: three oracles → one optimization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1">
                <a:solidFill>
                  <a:srgbClr val="555555"/>
                </a:solidFill>
                <a:latin typeface="Palatino Linotype"/>
              </a:rPr>
              <a:t>The bridge from the oracle scores to the RL objective: collapse three scores into one scalar, then wrap it in the target the agent optimizes.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A1A1A"/>
                </a:solidFill>
                <a:latin typeface="Palatino Linotype"/>
              </a:rPr>
              <a:t>S(x) = 0.50 · humanness + 0.30 · liability + 0.20 · physchem      (weights sum to 1 → S in [0,1])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240280"/>
            <a:ext cx="923544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A1A1A"/>
                </a:solidFill>
                <a:latin typeface="Palatino Linotype"/>
              </a:rPr>
              <a:t>log P*(x)  =  log P_prior(x)  +  σ · S(x)</a:t>
            </a:r>
          </a:p>
          <a:p>
            <a:pPr algn="ctr">
              <a:spcBef>
                <a:spcPts val="600"/>
              </a:spcBef>
            </a:pPr>
            <a:r>
              <a:rPr sz="1100" i="1">
                <a:solidFill>
                  <a:srgbClr val="555555"/>
                </a:solidFill>
                <a:latin typeface="Palatino Linotype"/>
              </a:rPr>
              <a:t>realism — the leash (IgLM)               reward — developability (oracles)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118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A1A1A"/>
                </a:solidFill>
                <a:latin typeface="Palatino Linotype"/>
              </a:rPr>
              <a:t>Biology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Reward = developability; prior asks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'is this a realistic antibody loop?'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6118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A1A1A"/>
                </a:solidFill>
                <a:latin typeface="Palatino Linotype"/>
              </a:rPr>
              <a:t>Computation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Two scalars added: summed log-prob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(prior) + weighted sum (reward).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61188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A1A1A"/>
                </a:solidFill>
                <a:latin typeface="Palatino Linotype"/>
              </a:rPr>
              <a:t>Strategy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Anchor to the prior — prevents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A1A1A"/>
                </a:solidFill>
                <a:latin typeface="Palatino Linotype"/>
              </a:rPr>
              <a:t>reward hacking downstream.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11155680" cy="10058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150" b="1">
                <a:solidFill>
                  <a:srgbClr val="1A1A1A"/>
                </a:solidFill>
                <a:latin typeface="Palatino Linotype"/>
              </a:rPr>
              <a:t>Why 0.50 / 0.30 / 0.20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A1A1A"/>
                </a:solidFill>
                <a:latin typeface="Palatino Linotype"/>
              </a:rPr>
              <a:t>Humanness has the widest headroom (0.50-0.78); liability &amp; physchem near-saturated. Immunogenicity is also the highest-stakes failure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8288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8A25A"/>
                </a:solidFill>
                <a:latin typeface="Palatino Linotype"/>
              </a:rPr>
              <a:t>STRUCTURE  </a:t>
            </a:r>
            <a:r>
              <a:rPr sz="850">
                <a:solidFill>
                  <a:srgbClr val="E8E8E8"/>
                </a:solidFill>
                <a:latin typeface="Consolas"/>
              </a:rPr>
              <a:t>np.ndarray (N,) per oracle  →  np.ndarray (N,) for S(x)  →  scalar target</a:t>
            </a:r>
          </a:p>
          <a:p>
            <a:r>
              <a:rPr sz="850" b="1">
                <a:solidFill>
                  <a:srgbClr val="C8A25A"/>
                </a:solidFill>
                <a:latin typeface="Palatino Linotype"/>
              </a:rPr>
              <a:t>TYPE  </a:t>
            </a:r>
            <a:r>
              <a:rPr sz="850">
                <a:solidFill>
                  <a:srgbClr val="E8E8E8"/>
                </a:solidFill>
                <a:latin typeface="Consolas"/>
              </a:rPr>
              <a:t>oracle scores: float ∈ [0,1] · S(x): float ∈ [0,1] · log P*: float (negative)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1A1A1A"/>
                </a:solidFill>
                <a:latin typeface="Palatino Linotype"/>
              </a:rPr>
              <a:t>The weights do real work — and calibrating 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A1A1A"/>
                </a:solidFill>
                <a:latin typeface="Palatino Linotype"/>
              </a:rPr>
              <a:t>Weight sensitivity — top-20 overlap vs. the chosen weighting:</a:t>
            </a:r>
          </a:p>
        </p:txBody>
      </p:sp>
      <p:pic>
        <p:nvPicPr>
          <p:cNvPr id="5" name="Picture 4" descr="nb04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86400" cy="30376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703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555555"/>
                </a:solidFill>
                <a:latin typeface="Palatino Linotype"/>
              </a:rPr>
              <a:t>Extreme weightings drop overlap to 0.75 — a quarter of winners change. NOT cosmetic: a mini weight-ablation.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A1A1A"/>
                </a:solidFill>
                <a:latin typeface="Palatino Linotype"/>
              </a:rPr>
              <a:t>Calibrating σ (gap: good vs. mediocre loop):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1A1A1A"/>
                </a:solidFill>
                <a:latin typeface="Palatino Linotype"/>
              </a:rPr>
              <a:t>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4630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1A1A1A"/>
                </a:solidFill>
                <a:latin typeface="Palatino Linotype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1A1A1A"/>
                </a:solidFill>
                <a:latin typeface="Palatino Linotype"/>
              </a:rPr>
              <a:t>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476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4767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476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reward invisible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377440"/>
            <a:ext cx="51206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048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A1A1A"/>
                </a:solidFill>
                <a:latin typeface="Palatino Linotype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40487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A1A1A"/>
                </a:solidFill>
                <a:latin typeface="Palatino Linotype"/>
              </a:rPr>
              <a:t>4.5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4048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A1A1A"/>
                </a:solidFill>
                <a:latin typeface="Palatino Linotype"/>
              </a:rPr>
              <a:t>balanced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620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86207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9.0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8620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reward dominates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555555"/>
                </a:solidFill>
                <a:latin typeface="Palatino Linotype"/>
              </a:rPr>
              <a:t>Fix prior = -20 for both → the gap is purely the reward. σ=15 makes σ·S comparable to natural prior differences.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Biology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Palatino Linotype"/>
              </a:rPr>
              <a:t>Weights encode clinical priority; σ sets how far to drift from human-like loops.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Computation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Palatino Linotype"/>
              </a:rPr>
              <a:t>Overlap via set intersection of top-20 indices; σ from a scale analysis.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Strategy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Palatino Linotype"/>
              </a:rPr>
              <a:t>Design justified by evidence (ablation) and reasoning (scale), not intuition.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8288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8A25A"/>
                </a:solidFill>
                <a:latin typeface="Palatino Linotype"/>
              </a:rPr>
              <a:t>STRUCTURE  </a:t>
            </a:r>
            <a:r>
              <a:rPr sz="850">
                <a:solidFill>
                  <a:srgbClr val="E8E8E8"/>
                </a:solidFill>
                <a:latin typeface="Consolas"/>
              </a:rPr>
              <a:t>scores: np.ndarray (N,) · top-20: set[int] (indices) · weightings: dict[str, tuple]</a:t>
            </a:r>
          </a:p>
          <a:p>
            <a:r>
              <a:rPr sz="850" b="1">
                <a:solidFill>
                  <a:srgbClr val="C8A25A"/>
                </a:solidFill>
                <a:latin typeface="Palatino Linotype"/>
              </a:rPr>
              <a:t>TYPE  </a:t>
            </a:r>
            <a:r>
              <a:rPr sz="850">
                <a:solidFill>
                  <a:srgbClr val="E8E8E8"/>
                </a:solidFill>
                <a:latin typeface="Consolas"/>
              </a:rPr>
              <a:t>weights: float (sum=1) · overlap: float ∈ [0,1] · σ: int · target: float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1A1A1A"/>
                </a:solidFill>
                <a:latin typeface="Palatino Linotype"/>
              </a:rPr>
              <a:t>Sanity checks, and the 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86400" cy="1051560"/>
          </a:xfrm>
          <a:prstGeom prst="roundRect">
            <a:avLst/>
          </a:prstGeom>
          <a:solidFill>
            <a:srgbClr val="F2F2F2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alatino Linotype"/>
              </a:rPr>
              <a:t>Corner contracts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Palatino Linotype"/>
              </a:rPr>
              <a:t>all=1 → S=1;  all=0 → S=0. Guaranteed (weights sum to 1); an assert catches scaling bugs.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548640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Palatino Linotype"/>
              </a:rPr>
              <a:t>Interpretable ranking</a:t>
            </a: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Palatino Linotype"/>
              </a:rPr>
              <a:t>best &amp; worst loops must make sense from sub-scores — best high on all three, worst dragged by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A1A1A"/>
                </a:solidFill>
                <a:latin typeface="Palatino Linotype"/>
              </a:rPr>
              <a:t>Reward distribution over the pool:</a:t>
            </a:r>
          </a:p>
        </p:txBody>
      </p:sp>
      <p:pic>
        <p:nvPicPr>
          <p:cNvPr id="7" name="Picture 6" descr="nb04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669280" cy="2653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3154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555555"/>
                </a:solidFill>
                <a:latin typeface="Palatino Linotype"/>
              </a:rPr>
              <a:t>Pool mean S ≈ 0.78 → already developable (motivates moving the objective to binding).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49039"/>
            <a:ext cx="11155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200" b="1">
                <a:solidFill>
                  <a:srgbClr val="1A1A1A"/>
                </a:solidFill>
                <a:latin typeface="Palatino Linotype"/>
              </a:rPr>
              <a:t>Synthesis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Palatino Linotype"/>
              </a:rPr>
              <a:t>•  Combine oracles → weighted sum S(x)  (comparable scale, directly combinable)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Palatino Linotype"/>
              </a:rPr>
              <a:t>•  Objective → augmented likelihood log P_prior + σ·S(x)  (reward AND realism; prior is the leash)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Palatino Linotype"/>
              </a:rPr>
              <a:t>•  σ = 15 default  (makes σ·S comparable to prior-logp spread)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555555"/>
                </a:solidFill>
                <a:latin typeface="Palatino Linotype"/>
              </a:rPr>
              <a:t>Interview point: never trust a critical function in an expensive loop without testing it at cases whose answer you already know.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82880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8A25A"/>
                </a:solidFill>
                <a:latin typeface="Palatino Linotype"/>
              </a:rPr>
              <a:t>STRUCTURE  </a:t>
            </a:r>
            <a:r>
              <a:rPr sz="850">
                <a:solidFill>
                  <a:srgbClr val="E8E8E8"/>
                </a:solidFill>
                <a:latin typeface="Consolas"/>
              </a:rPr>
              <a:t>S: np.ndarray (N,) (histogram) · sub-scores read by index · contracts: scalar checks</a:t>
            </a:r>
          </a:p>
          <a:p>
            <a:r>
              <a:rPr sz="850" b="1">
                <a:solidFill>
                  <a:srgbClr val="C8A25A"/>
                </a:solidFill>
                <a:latin typeface="Palatino Linotype"/>
              </a:rPr>
              <a:t>TYPE  </a:t>
            </a:r>
            <a:r>
              <a:rPr sz="850">
                <a:solidFill>
                  <a:srgbClr val="E8E8E8"/>
                </a:solidFill>
                <a:latin typeface="Consolas"/>
              </a:rPr>
              <a:t>corner S: float · assert: bool · argmax/argmin → int (index) · mean: float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