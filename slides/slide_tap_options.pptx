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1A1A"/>
                </a:solidFill>
                <a:latin typeface="Palatino Linotype"/>
              </a:rPr>
              <a:t>Structure oracle: two options for a heavy-only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603504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555555"/>
                </a:solidFill>
                <a:latin typeface="Palatino Linotype"/>
              </a:rPr>
              <a:t>The constraint: SFvCSP (charge symmetry) needs BOTH chains, but we only design the heavy chain (VH).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86400" cy="1600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Palatino Linotype"/>
              </a:rPr>
              <a:t>Option A — full Fv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Palatino Linotype"/>
              </a:rPr>
              <a:t>VH (your design) + a fixed germline VL, folded together.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All FIVE metrics, including SFvCSP.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555555"/>
                </a:solidFill>
                <a:latin typeface="Palatino Linotype"/>
              </a:rPr>
              <a:t>Cost: adds an arbitrary VL we did not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486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Palatino Linotype"/>
              </a:rPr>
              <a:t>Option B — VH only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Palatino Linotype"/>
              </a:rPr>
              <a:t>VH alone, no VL at all (NanoBodyBuilder2).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FOUR metrics; SFvCSP not defined.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555555"/>
                </a:solidFill>
                <a:latin typeface="Palatino Linotype"/>
              </a:rPr>
              <a:t>Cost: loses the cross-chain charge signal.</a:t>
            </a:r>
          </a:p>
        </p:txBody>
      </p:sp>
      <p:pic>
        <p:nvPicPr>
          <p:cNvPr id="9" name="Picture 8" descr="nb03_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3200400"/>
            <a:ext cx="8595360" cy="22487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892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Palatino Linotype"/>
              </a:rPr>
              <a:t>Finding: patch metrics (PSH/PPC/PNC) agree — VH dominates the CDR surface. They differ only in total CDR length (VL adds ~18) and SFvCSP (A only).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440680"/>
            <a:ext cx="11155680" cy="10515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13832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Palatino Linotype"/>
              </a:rPr>
              <a:t>The strategic point (why run both):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Palatino Linotype"/>
              </a:rPr>
              <a:t>Rather than guess which proxy is right for a heavy-only pipeline, I quantified the trade-off. Option B is the honest default (invents nothing); Option A is available when a full developability profile is required for a filing. Same code, one flag — a de-risking choice, not a modelling accident.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