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2500" b="1" i="0">
                <a:solidFill>
                  <a:srgbClr val="1A1A1A"/>
                </a:solidFill>
                <a:latin typeface="Palatino Linotype"/>
              </a:rPr>
              <a:t>The Oracles — three cheap, independent developability scores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0120"/>
            <a:ext cx="6766560" cy="3200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5156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0" i="1">
                <a:solidFill>
                  <a:srgbClr val="555555"/>
                </a:solidFill>
                <a:latin typeface="Palatino Linotype"/>
              </a:rPr>
              <a:t>Question: can a small set of oracles, each scoring a CDRH3 in [0,1], capture developability so their combination is a meaningful reward?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Palatino Linotype"/>
              </a:rPr>
              <a:t>1 · Liabilities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55555"/>
                </a:solidFill>
                <a:latin typeface="Palatino Linotype"/>
              </a:rPr>
              <a:t>chemical instability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3611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Regex count of risky motifs in the CDRH3: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NG/NS deamidate, DG/DS isomerize,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M oxidizes, N[^P][ST] glycosylation, DP cuts.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/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 i="0">
                <a:solidFill>
                  <a:srgbClr val="1A1A1A"/>
                </a:solidFill>
                <a:latin typeface="Palatino Linotype"/>
              </a:rPr>
              <a:t>score = max(0, 1 - 0.15 x hits)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/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No model. Pure pattern-matching.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43400" y="16916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Palatino Linotype"/>
              </a:rPr>
              <a:t>2 · Physicochemistry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20574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55555"/>
                </a:solidFill>
                <a:latin typeface="Palatino Linotype"/>
              </a:rPr>
              <a:t>aggregation / solubility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43400" y="2468880"/>
            <a:ext cx="3611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Biopython ProteinAnalysis on the loop: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net charge at pH 7  (window -2 to +2)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GRAVY hydrophobicity  (window -1 to 0)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/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linear decay outside window, then averaged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/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Biophysical, still no learned model.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83879" y="16916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A1A1A"/>
                </a:solidFill>
                <a:latin typeface="Palatino Linotype"/>
              </a:rPr>
              <a:t>3 · Humanness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83879" y="205740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1">
                <a:solidFill>
                  <a:srgbClr val="555555"/>
                </a:solidFill>
                <a:latin typeface="Palatino Linotype"/>
              </a:rPr>
              <a:t>immunogenicity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83879" y="2468880"/>
            <a:ext cx="36118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AbLang2 antibody language model.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1" i="0">
                <a:solidFill>
                  <a:srgbClr val="1A1A1A"/>
                </a:solidFill>
                <a:latin typeface="Palatino Linotype"/>
              </a:rPr>
              <a:t>Per-position likelihood of the ACTUAL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CDRH3 residues, averaged.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softmax over vocab axis (26);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START_TOKEN_OFFSET=1 for indexing.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/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00" b="0" i="0">
                <a:solidFill>
                  <a:srgbClr val="1A1A1A"/>
                </a:solidFill>
                <a:latin typeface="Palatino Linotype"/>
              </a:rPr>
              <a:t>The deepest one — a real LM likelihood.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257800"/>
            <a:ext cx="11155680" cy="18288"/>
          </a:xfrm>
          <a:prstGeom prst="rect">
            <a:avLst/>
          </a:prstGeom>
          <a:solidFill>
            <a:srgbClr val="5555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349240"/>
            <a:ext cx="11338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50" b="1" i="0">
                <a:solidFill>
                  <a:srgbClr val="1A1A1A"/>
                </a:solidFill>
                <a:latin typeface="Palatino Linotype"/>
              </a:rPr>
              <a:t>Interview points — why these choices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742432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Palatino Linotype"/>
              </a:rPr>
              <a:t>Why three and not one? They are independent — max off-diagonal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Palatino Linotype"/>
              </a:rPr>
              <a:t>correlation 0.14 on 80 loops, so each adds signal (not redundant).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Palatino Linotype"/>
              </a:rPr>
              <a:t>Why score only the CDRH3? Framework is fixed; scoring it adds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Palatino Linotype"/>
              </a:rPr>
              <a:t>constant signal that dilutes the differences.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5742432"/>
            <a:ext cx="5486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Palatino Linotype"/>
              </a:rPr>
              <a:t>Where do the motifs / windows come from? Known antibody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Palatino Linotype"/>
              </a:rPr>
              <a:t>developability literature (Raybould/TAP, standard liability lists).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Palatino Linotype"/>
              </a:rPr>
              <a:t>Why humanness gets the largest reward weight (0.50)? It has the</a:t>
            </a:r>
          </a:p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0" i="0">
                <a:solidFill>
                  <a:srgbClr val="1A1A1A"/>
                </a:solidFill>
                <a:latin typeface="Palatino Linotype"/>
              </a:rPr>
              <a:t>widest headroom (range 0.50-0.78); liability/physchem are saturated.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