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1A1A1A"/>
                </a:solidFill>
                <a:latin typeface="Palatino Linotype"/>
              </a:rPr>
              <a:t>Generator — Ablation: sampling temperature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51560"/>
            <a:ext cx="5120640" cy="36576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A1A1A"/>
                </a:solidFill>
                <a:latin typeface="Palatino Linotype"/>
              </a:rPr>
              <a:t>What am I validating?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74519"/>
            <a:ext cx="5577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Palatino Linotype"/>
              </a:rPr>
              <a:t>That IgLM stays a reliable generator across the whole exploration range, before I hand it to RL as the prior (nb05).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8892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A1A1A"/>
                </a:solidFill>
                <a:latin typeface="Palatino Linotype"/>
              </a:rPr>
              <a:t>The knob:  p_i ∝ exp(logit_i / 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20040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555555"/>
                </a:solidFill>
                <a:latin typeface="Palatino Linotype"/>
              </a:rPr>
              <a:t>low T = conservative,  high T = exploratory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70332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Palatino Linotype"/>
              </a:rPr>
              <a:t>Sweep T in {0.8, 1.0, 1.2, 1.5}, 40 loops each — four metrics: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60520"/>
            <a:ext cx="5486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1A1A1A"/>
                </a:solidFill>
                <a:latin typeface="Palatino Linotype"/>
              </a:rPr>
              <a:t>•  validity — is it a well-formed loop?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1A1A1A"/>
                </a:solidFill>
                <a:latin typeface="Palatino Linotype"/>
              </a:rPr>
              <a:t>•  uniqueness — no duplicates?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1A1A1A"/>
                </a:solidFill>
                <a:latin typeface="Palatino Linotype"/>
              </a:rPr>
              <a:t>•  diversity — how spread out?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1A1A1A"/>
                </a:solidFill>
                <a:latin typeface="Palatino Linotype"/>
              </a:rPr>
              <a:t>•  length — biologically plausible (~11 to 15)?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8064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Palatino Linotype"/>
              </a:rPr>
              <a:t>What I found: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144768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Palatino Linotype"/>
              </a:rPr>
              <a:t>validity &amp; uniqueness = 1.00 at every T (IgLM never breaks); diversity rises with T (0.78 to 0.87); loops lengthen slightly. Sweet spot T = 1.0 to 1.2 — I use T = 1.0 as the RL prior.</a:t>
            </a:r>
          </a:p>
        </p:txBody>
      </p:sp>
      <p:pic>
        <p:nvPicPr>
          <p:cNvPr id="12" name="Picture 11" descr="nb01_temp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554480"/>
            <a:ext cx="5852160" cy="19366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