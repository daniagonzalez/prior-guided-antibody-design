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A1A1A"/>
                </a:solidFill>
                <a:latin typeface="Palatino Linotype"/>
              </a:rPr>
              <a:t>Generator — EDA: sanity check of what we produced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51560"/>
            <a:ext cx="5760720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b01_e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19" y="1280160"/>
            <a:ext cx="8412480" cy="29670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160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Palatino Linotype"/>
              </a:rPr>
              <a:t>What am I checking?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1772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Palatino Linotype"/>
              </a:rPr>
              <a:t>Before feeding the loops to the oracles and RL, I verify they look like real CDRH3 — not arbitrary strings. Two checks: length distribution and amino-acid composition.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40680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Palatino Linotype"/>
              </a:rPr>
              <a:t>Length centers on ~11 to 15 residues — the range of real human CDRH3.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Palatino Linotype"/>
              </a:rPr>
              <a:t>Composition is Gly / Tyr / Asp / Ser-rich — exactly the residues enriched in real CDRH3.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A1A1A"/>
                </a:solidFill>
                <a:latin typeface="Palatino Linotype"/>
              </a:rPr>
              <a:t>Conclusion: IgLM learned genuine antibody statistics, not random peptides. Pool is ready.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